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05C76-A062-ADA4-A3DD-3D02B094F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E358707-08B8-A40D-09F3-D9A77030F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E74CF6-E18B-86E0-0540-8FFBABB4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20A148-EC92-9800-9684-0F0530EA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F8E53A-3F43-920A-B699-6B02D7B9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220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EFB8B-4F17-7E06-618C-501526DA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C2BB89-88BB-C30E-BC2A-83878A6CD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C073EE-30D3-580E-1948-48D39B97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CB2B52-ED5D-6178-2A4E-8370877E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68B149-0726-4A34-E767-0B16EFE6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34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681F9-CBBC-58BE-E7D0-469F0EDB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FCF5A6-10B9-8EC3-577A-7EC0E1363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948383-1B70-B6EA-11FC-065A1C85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FCC554-D24D-280F-45B5-20E11686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8BBF0F-64A9-BA5C-2836-0C4F20E98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936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6EDFF1-1B01-3B88-CDFB-99690949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A29BC2-D521-E5E7-A769-344EEF662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29BF2C-A80D-767A-61EF-3D0D89F15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046790-E02A-6979-22F8-B5C3DA657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2B7BE2-0E94-4D93-1C6B-A98C58CB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FE64A1-C4AE-5D66-5449-14778792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74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06D70-F131-F598-ED47-439B4EE6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9B0E51-6E54-BBAF-BBE9-EDA64B271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D54C1FE-29BE-ABA4-8225-1AB99F43D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F89785-62B3-5382-F89C-4CD175C86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86ABC-E22B-BF73-AC7D-BFA80AC88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EAFC20-FB2F-4A89-3054-A393B19B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85FEB-54F0-05BB-8C5A-F61FD4755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A778719-9A2F-87E3-36AE-1DC0C795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725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5079E6-841B-6A9A-387A-81DCED8E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64B5F9-C84B-68CC-6EB0-D1DBA48F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3E89DE-5B2C-B5A3-6799-CB5070C5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54FD1A-CF19-18F9-C0FE-FA62D749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07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81EDC9-79F7-F914-4BD9-319C8E2E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EE77F6-3634-1AB5-039B-140EC263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F2BA90-422B-B864-3A66-B12BBD09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06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2C838-EECA-05A8-755D-346A412E4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0E58EB-1EF9-1326-B5DD-4EA143F00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AF33F2-05D3-102F-D000-0F1988857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CC585B-C713-780D-FE6F-BA2A5C4D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0EBE97-3140-E628-313F-09D0967D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9506AA-6664-EE86-0C30-B8F9B7454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10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A3911-728E-3F69-D514-8326314B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528E158-5F06-16BC-2F06-CFD161220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44A9CC-E060-4F68-864C-92142B13E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70B569-045E-DEA0-264A-A20DC677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FA54FA-02B9-C6A1-8D87-A3CFEDF1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1AF3F1-7A77-EE3D-EF86-038AF5C9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075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30054-076E-B8FB-E52A-816E6E802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E52BEC-7261-14AA-18EB-B1A73A806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EA322-03B5-1D54-DED3-A4507899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C28F17-91CE-B63D-6058-AAC38282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9EE193-E725-CE33-B60C-3B10A8C4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046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97FC715-3411-4C9C-7D5A-ED3D055FE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9A6312-1B25-3D53-63CB-131B7C59A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364F66-1FAA-CFAC-6048-2BA13439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672D62-B07D-5B5E-7565-C7EC3D18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59B5DF-A29D-F0E1-6A38-D19A643F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03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BFA6BF-05BD-8A4D-9D29-8FD00DE0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91D04E-92B6-79AF-BCFE-EA9993B59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E23A64-8330-23E8-8ACF-619AEDB04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91A49F-AEB1-4C01-A677-6623944326EB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CDFF80-7533-7D9D-5C58-89415BDE9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CEFB58-A18D-1454-7ED9-9234A8665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25968-D327-4A7E-848E-20B00C7BCE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05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aeger-it.blog/vorstellung-des-calliope-mini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code.calliope.cc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alliope.cc/programmieren/editoren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8B03A-79CC-F2F9-3C81-D3A756CC5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Technik AG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0AD301-11DF-5998-59F0-3F352B0EE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Freiherr-vom-Stein Gymnasium</a:t>
            </a:r>
            <a:br>
              <a:rPr lang="de-DE" dirty="0"/>
            </a:br>
            <a:br>
              <a:rPr lang="de-DE" dirty="0"/>
            </a:br>
            <a:r>
              <a:rPr lang="de-DE" dirty="0"/>
              <a:t>6. November 2025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Andreas </a:t>
            </a:r>
            <a:r>
              <a:rPr lang="de-DE" dirty="0" err="1"/>
              <a:t>Giersiefer</a:t>
            </a:r>
            <a:br>
              <a:rPr lang="de-DE" dirty="0"/>
            </a:br>
            <a:r>
              <a:rPr lang="de-DE" dirty="0"/>
              <a:t>Uwe Hoffmann</a:t>
            </a:r>
          </a:p>
        </p:txBody>
      </p:sp>
    </p:spTree>
    <p:extLst>
      <p:ext uri="{BB962C8B-B14F-4D97-AF65-F5344CB8AC3E}">
        <p14:creationId xmlns:p14="http://schemas.microsoft.com/office/powerpoint/2010/main" val="2610178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8B03A-79CC-F2F9-3C81-D3A756CC5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Einführung und erstes Programmieren mit dem </a:t>
            </a:r>
            <a:br>
              <a:rPr lang="de-DE" dirty="0"/>
            </a:br>
            <a:r>
              <a:rPr lang="de-DE" dirty="0" err="1"/>
              <a:t>Calliiope</a:t>
            </a:r>
            <a:r>
              <a:rPr lang="de-DE" dirty="0"/>
              <a:t> Mini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0AD301-11DF-5998-59F0-3F352B0EE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271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8B03A-79CC-F2F9-3C81-D3A756CC5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709" y="198632"/>
            <a:ext cx="9144000" cy="2387600"/>
          </a:xfrm>
        </p:spPr>
        <p:txBody>
          <a:bodyPr>
            <a:normAutofit/>
          </a:bodyPr>
          <a:lstStyle/>
          <a:p>
            <a:r>
              <a:rPr lang="de-DE" dirty="0" err="1">
                <a:hlinkClick r:id="rId2"/>
              </a:rPr>
              <a:t>Calliope</a:t>
            </a:r>
            <a:r>
              <a:rPr lang="de-DE" dirty="0">
                <a:hlinkClick r:id="rId2"/>
              </a:rPr>
              <a:t> Mini Layout</a:t>
            </a:r>
            <a:br>
              <a:rPr lang="de-DE" dirty="0"/>
            </a:b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2D59CB9-C8FD-3563-09D2-DAB89CEFF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396" y="1483567"/>
            <a:ext cx="8252740" cy="533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4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8B03A-79CC-F2F9-3C81-D3A756CC5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0AD301-11DF-5998-59F0-3F352B0EE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FFE8E7-486B-9DF3-CFFF-68FF055BE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5" y="293242"/>
            <a:ext cx="12192000" cy="5442395"/>
          </a:xfrm>
          <a:prstGeom prst="rect">
            <a:avLst/>
          </a:prstGeom>
        </p:spPr>
      </p:pic>
      <p:sp>
        <p:nvSpPr>
          <p:cNvPr id="7" name="Textfeld 6">
            <a:hlinkClick r:id="rId3"/>
            <a:extLst>
              <a:ext uri="{FF2B5EF4-FFF2-40B4-BE49-F238E27FC236}">
                <a16:creationId xmlns:a16="http://schemas.microsoft.com/office/drawing/2014/main" id="{59AAD547-70BF-EB03-E401-2AAB1E1AFBC0}"/>
              </a:ext>
            </a:extLst>
          </p:cNvPr>
          <p:cNvSpPr txBox="1"/>
          <p:nvPr/>
        </p:nvSpPr>
        <p:spPr>
          <a:xfrm>
            <a:off x="236376" y="6092790"/>
            <a:ext cx="6223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Calliope</a:t>
            </a:r>
            <a:r>
              <a:rPr lang="de-DE" dirty="0"/>
              <a:t> MS Anwendung</a:t>
            </a:r>
          </a:p>
        </p:txBody>
      </p:sp>
    </p:spTree>
    <p:extLst>
      <p:ext uri="{BB962C8B-B14F-4D97-AF65-F5344CB8AC3E}">
        <p14:creationId xmlns:p14="http://schemas.microsoft.com/office/powerpoint/2010/main" val="359776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8B03A-79CC-F2F9-3C81-D3A756CC5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0AD301-11DF-5998-59F0-3F352B0EE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Textfeld 6">
            <a:hlinkClick r:id="rId2"/>
            <a:extLst>
              <a:ext uri="{FF2B5EF4-FFF2-40B4-BE49-F238E27FC236}">
                <a16:creationId xmlns:a16="http://schemas.microsoft.com/office/drawing/2014/main" id="{59AAD547-70BF-EB03-E401-2AAB1E1AFBC0}"/>
              </a:ext>
            </a:extLst>
          </p:cNvPr>
          <p:cNvSpPr txBox="1"/>
          <p:nvPr/>
        </p:nvSpPr>
        <p:spPr>
          <a:xfrm>
            <a:off x="236376" y="6092790"/>
            <a:ext cx="6223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Calliope</a:t>
            </a:r>
            <a:r>
              <a:rPr lang="de-DE" dirty="0"/>
              <a:t> CC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E44D130-9107-B856-B98D-5B49494A6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76" y="395878"/>
            <a:ext cx="11566849" cy="495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7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F0AD301-11DF-5998-59F0-3F352B0EE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864" y="588251"/>
            <a:ext cx="10400523" cy="4758190"/>
          </a:xfrm>
        </p:spPr>
        <p:txBody>
          <a:bodyPr/>
          <a:lstStyle/>
          <a:p>
            <a:r>
              <a:rPr lang="de-DE" dirty="0"/>
              <a:t>Hausaufgabe:</a:t>
            </a:r>
          </a:p>
          <a:p>
            <a:r>
              <a:rPr lang="de-DE" dirty="0"/>
              <a:t>Überlege welche Projekte du gerne mit dem </a:t>
            </a:r>
            <a:r>
              <a:rPr lang="de-DE" dirty="0" err="1"/>
              <a:t>Calliope</a:t>
            </a:r>
            <a:r>
              <a:rPr lang="de-DE" dirty="0"/>
              <a:t> umsetzen möchtest?</a:t>
            </a:r>
          </a:p>
          <a:p>
            <a:pPr algn="l"/>
            <a:br>
              <a:rPr lang="de-DE" dirty="0"/>
            </a:br>
            <a:r>
              <a:rPr lang="de-DE" dirty="0"/>
              <a:t>Mögliche Themen Bereiche sind z.B. 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Fahrzeug bewegen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LED Anzeige ansteuern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Lautsprecher ansteuern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631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Breitbild</PresentationFormat>
  <Paragraphs>12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Technik AG </vt:lpstr>
      <vt:lpstr>Einführung und erstes Programmieren mit dem  Calliiope Mini</vt:lpstr>
      <vt:lpstr>Calliope Mini Layout 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Uwe Hoffmann</dc:creator>
  <cp:lastModifiedBy>Uwe Hoffmann</cp:lastModifiedBy>
  <cp:revision>4</cp:revision>
  <dcterms:created xsi:type="dcterms:W3CDTF">2025-11-03T18:54:43Z</dcterms:created>
  <dcterms:modified xsi:type="dcterms:W3CDTF">2025-11-05T18:40:08Z</dcterms:modified>
</cp:coreProperties>
</file>